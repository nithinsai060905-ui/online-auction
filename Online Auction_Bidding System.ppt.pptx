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9" d="100"/>
          <a:sy n="29" d="100"/>
        </p:scale>
        <p:origin x="926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953" y="68580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36517DD-9C57-71C4-748B-F4017B59D8A4}"/>
              </a:ext>
            </a:extLst>
          </p:cNvPr>
          <p:cNvSpPr txBox="1"/>
          <p:nvPr/>
        </p:nvSpPr>
        <p:spPr>
          <a:xfrm>
            <a:off x="7913594" y="8313875"/>
            <a:ext cx="1668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00717F-3D22-7B7B-EFF2-A9097EFAF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7494" y="6019800"/>
            <a:ext cx="15487416" cy="6772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Auction_Bidding System.pdf</dc:title>
  <cp:lastModifiedBy>Nithin sai</cp:lastModifiedBy>
  <cp:revision>2</cp:revision>
  <dcterms:created xsi:type="dcterms:W3CDTF">2006-08-16T00:00:00Z</dcterms:created>
  <dcterms:modified xsi:type="dcterms:W3CDTF">2026-06-22T07:07:30Z</dcterms:modified>
  <dc:identifier>DAHNRgAzVe0</dc:identifier>
</cp:coreProperties>
</file>